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61" d="100"/>
          <a:sy n="61" d="100"/>
        </p:scale>
        <p:origin x="50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1026483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394406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1352207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335622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F80D68-0B99-4B17-B051-19C0CF4FD485}" type="datetimeFigureOut">
              <a:rPr lang="fr-BF" smtClean="0"/>
              <a:t>29/04/2026</a:t>
            </a:fld>
            <a:endParaRPr lang="fr-BF"/>
          </a:p>
        </p:txBody>
      </p:sp>
      <p:sp>
        <p:nvSpPr>
          <p:cNvPr id="8" name="Footer Placeholder 7"/>
          <p:cNvSpPr>
            <a:spLocks noGrp="1"/>
          </p:cNvSpPr>
          <p:nvPr>
            <p:ph type="ftr" sz="quarter" idx="11"/>
          </p:nvPr>
        </p:nvSpPr>
        <p:spPr/>
        <p:txBody>
          <a:bodyPr/>
          <a:lstStyle/>
          <a:p>
            <a:endParaRPr lang="fr-BF"/>
          </a:p>
        </p:txBody>
      </p:sp>
      <p:sp>
        <p:nvSpPr>
          <p:cNvPr id="9" name="Slide Number Placeholder 8"/>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365181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F80D68-0B99-4B17-B051-19C0CF4FD485}" type="datetimeFigureOut">
              <a:rPr lang="fr-BF" smtClean="0"/>
              <a:t>29/04/2026</a:t>
            </a:fld>
            <a:endParaRPr lang="fr-BF"/>
          </a:p>
        </p:txBody>
      </p:sp>
      <p:sp>
        <p:nvSpPr>
          <p:cNvPr id="4" name="Footer Placeholder 3"/>
          <p:cNvSpPr>
            <a:spLocks noGrp="1"/>
          </p:cNvSpPr>
          <p:nvPr>
            <p:ph type="ftr" sz="quarter" idx="11"/>
          </p:nvPr>
        </p:nvSpPr>
        <p:spPr/>
        <p:txBody>
          <a:bodyPr/>
          <a:lstStyle/>
          <a:p>
            <a:endParaRPr lang="fr-BF"/>
          </a:p>
        </p:txBody>
      </p:sp>
      <p:sp>
        <p:nvSpPr>
          <p:cNvPr id="5" name="Slide Number Placeholder 4"/>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564861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BF80D68-0B99-4B17-B051-19C0CF4FD485}" type="datetimeFigureOut">
              <a:rPr lang="fr-BF" smtClean="0"/>
              <a:t>29/04/2026</a:t>
            </a:fld>
            <a:endParaRPr lang="fr-BF"/>
          </a:p>
        </p:txBody>
      </p:sp>
      <p:sp>
        <p:nvSpPr>
          <p:cNvPr id="3" name="Footer Placeholder 2"/>
          <p:cNvSpPr>
            <a:spLocks noGrp="1"/>
          </p:cNvSpPr>
          <p:nvPr>
            <p:ph type="ftr" sz="quarter" idx="11"/>
          </p:nvPr>
        </p:nvSpPr>
        <p:spPr/>
        <p:txBody>
          <a:bodyPr/>
          <a:lstStyle/>
          <a:p>
            <a:endParaRPr lang="fr-BF"/>
          </a:p>
        </p:txBody>
      </p:sp>
      <p:sp>
        <p:nvSpPr>
          <p:cNvPr id="4" name="Slide Number Placeholder 3"/>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1462859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330859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250602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228423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2842644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51158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F80D68-0B99-4B17-B051-19C0CF4FD485}" type="datetimeFigureOut">
              <a:rPr lang="fr-BF" smtClean="0"/>
              <a:t>29/04/2026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733130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BF80D68-0B99-4B17-B051-19C0CF4FD485}" type="datetimeFigureOut">
              <a:rPr lang="fr-BF" smtClean="0"/>
              <a:t>29/04/2026</a:t>
            </a:fld>
            <a:endParaRPr lang="fr-BF"/>
          </a:p>
        </p:txBody>
      </p:sp>
      <p:sp>
        <p:nvSpPr>
          <p:cNvPr id="4" name="Footer Placeholder 3"/>
          <p:cNvSpPr>
            <a:spLocks noGrp="1"/>
          </p:cNvSpPr>
          <p:nvPr>
            <p:ph type="ftr" sz="quarter" idx="11"/>
          </p:nvPr>
        </p:nvSpPr>
        <p:spPr/>
        <p:txBody>
          <a:bodyPr/>
          <a:lstStyle/>
          <a:p>
            <a:endParaRPr lang="fr-BF"/>
          </a:p>
        </p:txBody>
      </p:sp>
      <p:sp>
        <p:nvSpPr>
          <p:cNvPr id="5" name="Slide Number Placeholder 4"/>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2210751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BF80D68-0B99-4B17-B051-19C0CF4FD485}" type="datetimeFigureOut">
              <a:rPr lang="fr-BF" smtClean="0"/>
              <a:t>29/04/2026</a:t>
            </a:fld>
            <a:endParaRPr lang="fr-BF"/>
          </a:p>
        </p:txBody>
      </p:sp>
      <p:sp>
        <p:nvSpPr>
          <p:cNvPr id="4" name="Footer Placeholder 3"/>
          <p:cNvSpPr>
            <a:spLocks noGrp="1"/>
          </p:cNvSpPr>
          <p:nvPr>
            <p:ph type="ftr" sz="quarter" idx="11"/>
          </p:nvPr>
        </p:nvSpPr>
        <p:spPr/>
        <p:txBody>
          <a:bodyPr/>
          <a:lstStyle/>
          <a:p>
            <a:endParaRPr lang="fr-BF"/>
          </a:p>
        </p:txBody>
      </p:sp>
      <p:sp>
        <p:nvSpPr>
          <p:cNvPr id="5" name="Slide Number Placeholder 4"/>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2919770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3142995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4289625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CB39B-252B-4FB3-A69F-3A4BF5973985}"/>
              </a:ext>
            </a:extLst>
          </p:cNvPr>
          <p:cNvSpPr>
            <a:spLocks noGrp="1"/>
          </p:cNvSpPr>
          <p:nvPr>
            <p:ph type="title"/>
          </p:nvPr>
        </p:nvSpPr>
        <p:spPr/>
        <p:txBody>
          <a:bodyPr/>
          <a:lstStyle/>
          <a:p>
            <a:r>
              <a:rPr lang="en-US"/>
              <a:t>Click to edit Master title style</a:t>
            </a:r>
            <a:endParaRPr lang="fr-BF"/>
          </a:p>
        </p:txBody>
      </p:sp>
      <p:sp>
        <p:nvSpPr>
          <p:cNvPr id="3" name="Content Placeholder 2">
            <a:extLst>
              <a:ext uri="{FF2B5EF4-FFF2-40B4-BE49-F238E27FC236}">
                <a16:creationId xmlns:a16="http://schemas.microsoft.com/office/drawing/2014/main" id="{B3EA5DD9-D312-4997-9812-1338DC9C3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F"/>
          </a:p>
        </p:txBody>
      </p:sp>
      <p:sp>
        <p:nvSpPr>
          <p:cNvPr id="4" name="Date Placeholder 3">
            <a:extLst>
              <a:ext uri="{FF2B5EF4-FFF2-40B4-BE49-F238E27FC236}">
                <a16:creationId xmlns:a16="http://schemas.microsoft.com/office/drawing/2014/main" id="{923CE3E8-E225-4923-9149-B4DC159848E6}"/>
              </a:ext>
            </a:extLst>
          </p:cNvPr>
          <p:cNvSpPr>
            <a:spLocks noGrp="1"/>
          </p:cNvSpPr>
          <p:nvPr>
            <p:ph type="dt" sz="half" idx="10"/>
          </p:nvPr>
        </p:nvSpPr>
        <p:spPr/>
        <p:txBody>
          <a:bodyPr/>
          <a:lstStyle/>
          <a:p>
            <a:fld id="{EBF80D68-0B99-4B17-B051-19C0CF4FD485}" type="datetimeFigureOut">
              <a:rPr lang="fr-BF" smtClean="0"/>
              <a:t>29/04/2026</a:t>
            </a:fld>
            <a:endParaRPr lang="fr-BF"/>
          </a:p>
        </p:txBody>
      </p:sp>
      <p:sp>
        <p:nvSpPr>
          <p:cNvPr id="5" name="Footer Placeholder 4">
            <a:extLst>
              <a:ext uri="{FF2B5EF4-FFF2-40B4-BE49-F238E27FC236}">
                <a16:creationId xmlns:a16="http://schemas.microsoft.com/office/drawing/2014/main" id="{3331F159-8D5B-483C-9796-D01183F8C36B}"/>
              </a:ext>
            </a:extLst>
          </p:cNvPr>
          <p:cNvSpPr>
            <a:spLocks noGrp="1"/>
          </p:cNvSpPr>
          <p:nvPr>
            <p:ph type="ftr" sz="quarter" idx="11"/>
          </p:nvPr>
        </p:nvSpPr>
        <p:spPr/>
        <p:txBody>
          <a:bodyPr/>
          <a:lstStyle/>
          <a:p>
            <a:endParaRPr lang="fr-BF"/>
          </a:p>
        </p:txBody>
      </p:sp>
      <p:sp>
        <p:nvSpPr>
          <p:cNvPr id="6" name="Slide Number Placeholder 5">
            <a:extLst>
              <a:ext uri="{FF2B5EF4-FFF2-40B4-BE49-F238E27FC236}">
                <a16:creationId xmlns:a16="http://schemas.microsoft.com/office/drawing/2014/main" id="{249F5C66-A720-4E1B-B54E-73EEC8D79018}"/>
              </a:ext>
            </a:extLst>
          </p:cNvPr>
          <p:cNvSpPr>
            <a:spLocks noGrp="1"/>
          </p:cNvSpPr>
          <p:nvPr>
            <p:ph type="sldNum" sz="quarter" idx="12"/>
          </p:nvPr>
        </p:nvSpPr>
        <p:spPr/>
        <p:txBody>
          <a:bodyPr/>
          <a:lstStyle/>
          <a:p>
            <a:fld id="{A439EA17-7794-4D11-AF7C-C524830C5F60}" type="slidenum">
              <a:rPr lang="fr-BF" smtClean="0"/>
              <a:t>‹#›</a:t>
            </a:fld>
            <a:endParaRPr lang="fr-BF"/>
          </a:p>
        </p:txBody>
      </p:sp>
    </p:spTree>
    <p:extLst>
      <p:ext uri="{BB962C8B-B14F-4D97-AF65-F5344CB8AC3E}">
        <p14:creationId xmlns:p14="http://schemas.microsoft.com/office/powerpoint/2010/main" val="942725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EBF80D68-0B99-4B17-B051-19C0CF4FD485}" type="datetimeFigureOut">
              <a:rPr lang="fr-BF" smtClean="0"/>
              <a:t>29/04/2026</a:t>
            </a:fld>
            <a:endParaRPr lang="fr-BF"/>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fr-BF"/>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439EA17-7794-4D11-AF7C-C524830C5F60}" type="slidenum">
              <a:rPr lang="fr-BF" smtClean="0"/>
              <a:t>‹#›</a:t>
            </a:fld>
            <a:endParaRPr lang="fr-BF"/>
          </a:p>
        </p:txBody>
      </p:sp>
    </p:spTree>
    <p:extLst>
      <p:ext uri="{BB962C8B-B14F-4D97-AF65-F5344CB8AC3E}">
        <p14:creationId xmlns:p14="http://schemas.microsoft.com/office/powerpoint/2010/main" val="220801001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F9DD-1EC3-4046-A316-BBC1794C6CAD}"/>
              </a:ext>
            </a:extLst>
          </p:cNvPr>
          <p:cNvSpPr>
            <a:spLocks noGrp="1"/>
          </p:cNvSpPr>
          <p:nvPr>
            <p:ph type="ctrTitle"/>
          </p:nvPr>
        </p:nvSpPr>
        <p:spPr>
          <a:xfrm>
            <a:off x="1524000" y="1122363"/>
            <a:ext cx="9144000" cy="3850470"/>
          </a:xfrm>
        </p:spPr>
        <p:txBody>
          <a:bodyPr>
            <a:noAutofit/>
          </a:bodyPr>
          <a:lstStyle/>
          <a:p>
            <a:r>
              <a:rPr lang="en-US" sz="8000" b="1" dirty="0"/>
              <a:t>Presentation des </a:t>
            </a:r>
            <a:r>
              <a:rPr lang="en-US" sz="8000" b="1" dirty="0" err="1"/>
              <a:t>diagrammes</a:t>
            </a:r>
            <a:r>
              <a:rPr lang="en-US" sz="8000" b="1" dirty="0"/>
              <a:t> </a:t>
            </a:r>
            <a:r>
              <a:rPr lang="en-US" sz="8000" b="1" dirty="0" err="1"/>
              <a:t>d’Etats</a:t>
            </a:r>
            <a:r>
              <a:rPr lang="en-US" sz="8000" b="1" dirty="0"/>
              <a:t> de transition</a:t>
            </a:r>
            <a:endParaRPr lang="fr-BF" sz="8000" b="1" dirty="0"/>
          </a:p>
        </p:txBody>
      </p:sp>
    </p:spTree>
    <p:extLst>
      <p:ext uri="{BB962C8B-B14F-4D97-AF65-F5344CB8AC3E}">
        <p14:creationId xmlns:p14="http://schemas.microsoft.com/office/powerpoint/2010/main" val="110556576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F07F-F9E4-497E-819C-CC9837629740}"/>
              </a:ext>
            </a:extLst>
          </p:cNvPr>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I. Definition</a:t>
            </a:r>
            <a:endParaRPr lang="fr-BF"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703012-DCFB-4C7E-87DB-80C6514E917F}"/>
              </a:ext>
            </a:extLst>
          </p:cNvPr>
          <p:cNvSpPr>
            <a:spLocks noGrp="1"/>
          </p:cNvSpPr>
          <p:nvPr>
            <p:ph idx="1"/>
          </p:nvPr>
        </p:nvSpPr>
        <p:spPr/>
        <p:txBody>
          <a:bodyPr>
            <a:normAutofit fontScale="77500" lnSpcReduction="20000"/>
          </a:bodyPr>
          <a:lstStyle/>
          <a:p>
            <a:pPr marL="0" indent="0">
              <a:buNone/>
            </a:pPr>
            <a:r>
              <a:rPr lang="fr-BF" sz="3500" kern="100" dirty="0">
                <a:effectLst/>
                <a:latin typeface="+mj-lt"/>
                <a:ea typeface="Calibri" panose="020F0502020204030204" pitchFamily="34" charset="0"/>
                <a:cs typeface="Times New Roman" panose="02020603050405020304" pitchFamily="18" charset="0"/>
              </a:rPr>
              <a:t>Le </a:t>
            </a:r>
            <a:r>
              <a:rPr lang="fr-BF" sz="3500" b="1" kern="100" dirty="0">
                <a:effectLst/>
                <a:latin typeface="+mj-lt"/>
                <a:ea typeface="Calibri" panose="020F0502020204030204" pitchFamily="34" charset="0"/>
                <a:cs typeface="Times New Roman" panose="02020603050405020304" pitchFamily="18" charset="0"/>
              </a:rPr>
              <a:t>diagramme d’état-transition </a:t>
            </a:r>
            <a:r>
              <a:rPr lang="fr-BF" sz="3500" kern="100" dirty="0">
                <a:effectLst/>
                <a:latin typeface="+mj-lt"/>
                <a:ea typeface="Calibri" panose="020F0502020204030204" pitchFamily="34" charset="0"/>
                <a:cs typeface="Times New Roman" panose="02020603050405020304" pitchFamily="18" charset="0"/>
              </a:rPr>
              <a:t>est un outil de modélisation qui permet de représenter le cycle de vie des instances d’une classe. Il décrit les différents états possibles d’un objet et les transitions entre ces états, déclenchées par des événements externes ou internes. Ce diagramme est particulièrement utile pour comprendre comment un objet réagit aux interactions et évolue au fil du temps.</a:t>
            </a:r>
          </a:p>
          <a:p>
            <a:endParaRPr lang="fr-BF" dirty="0"/>
          </a:p>
        </p:txBody>
      </p:sp>
    </p:spTree>
    <p:extLst>
      <p:ext uri="{BB962C8B-B14F-4D97-AF65-F5344CB8AC3E}">
        <p14:creationId xmlns:p14="http://schemas.microsoft.com/office/powerpoint/2010/main" val="382484966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1744-B2DC-46C6-9223-BA754231B033}"/>
              </a:ext>
            </a:extLst>
          </p:cNvPr>
          <p:cNvSpPr>
            <a:spLocks noGrp="1"/>
          </p:cNvSpPr>
          <p:nvPr>
            <p:ph type="title"/>
          </p:nvPr>
        </p:nvSpPr>
        <p:spPr/>
        <p:txBody>
          <a:bodyPr>
            <a:normAutofit/>
          </a:bodyPr>
          <a:lstStyle/>
          <a:p>
            <a:r>
              <a:rPr lang="fr-FR" sz="3600" b="1" dirty="0">
                <a:effectLst/>
                <a:latin typeface="Times New Roman" panose="02020603050405020304" pitchFamily="18" charset="0"/>
                <a:ea typeface="Calibri" panose="020F0502020204030204" pitchFamily="34" charset="0"/>
              </a:rPr>
              <a:t>1. </a:t>
            </a:r>
            <a:r>
              <a:rPr lang="fr-BF" sz="3600" b="1" dirty="0">
                <a:effectLst/>
                <a:latin typeface="Times New Roman" panose="02020603050405020304" pitchFamily="18" charset="0"/>
                <a:ea typeface="Calibri" panose="020F0502020204030204" pitchFamily="34" charset="0"/>
              </a:rPr>
              <a:t>Diagramme d'états-transitions de la classe </a:t>
            </a:r>
            <a:r>
              <a:rPr lang="fr-FR" sz="3600" b="1" dirty="0">
                <a:effectLst/>
                <a:latin typeface="Times New Roman" panose="02020603050405020304" pitchFamily="18" charset="0"/>
                <a:ea typeface="Calibri" panose="020F0502020204030204" pitchFamily="34" charset="0"/>
              </a:rPr>
              <a:t>Tailleur</a:t>
            </a:r>
            <a:endParaRPr lang="fr-BF" sz="3600" dirty="0"/>
          </a:p>
        </p:txBody>
      </p:sp>
      <p:sp>
        <p:nvSpPr>
          <p:cNvPr id="3" name="Content Placeholder 2">
            <a:extLst>
              <a:ext uri="{FF2B5EF4-FFF2-40B4-BE49-F238E27FC236}">
                <a16:creationId xmlns:a16="http://schemas.microsoft.com/office/drawing/2014/main" id="{FC7F5607-562C-4614-8F70-EC5D618B17CE}"/>
              </a:ext>
            </a:extLst>
          </p:cNvPr>
          <p:cNvSpPr>
            <a:spLocks noGrp="1"/>
          </p:cNvSpPr>
          <p:nvPr>
            <p:ph idx="1"/>
          </p:nvPr>
        </p:nvSpPr>
        <p:spPr/>
        <p:txBody>
          <a:bodyPr>
            <a:normAutofit fontScale="77500" lnSpcReduction="20000"/>
          </a:bodyPr>
          <a:lstStyle/>
          <a:p>
            <a:pPr marL="0" indent="0">
              <a:lnSpc>
                <a:spcPct val="150000"/>
              </a:lnSpc>
              <a:buNone/>
            </a:pPr>
            <a:r>
              <a:rPr lang="fr-BF" sz="3200" dirty="0">
                <a:effectLst/>
                <a:latin typeface="Times New Roman" panose="02020603050405020304" pitchFamily="18" charset="0"/>
                <a:ea typeface="Calibri" panose="020F0502020204030204" pitchFamily="34" charset="0"/>
                <a:cs typeface="Times New Roman" panose="02020603050405020304" pitchFamily="18" charset="0"/>
              </a:rPr>
              <a:t>Le cycle de vie d'un compte tailleur est essentiel pour garantir la qualité et la fiabilité des services proposés sur la plateforme FITMOD. Un tailleur passe par plusieurs états, depuis sa première inscription jusqu'à la gestion de son activité quotidienne, en passant par les validations administratives et les éventuelles suspensions.</a:t>
            </a:r>
            <a:endParaRPr lang="fr-BF"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fr-BF"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fr-BF" dirty="0"/>
          </a:p>
        </p:txBody>
      </p:sp>
    </p:spTree>
    <p:extLst>
      <p:ext uri="{BB962C8B-B14F-4D97-AF65-F5344CB8AC3E}">
        <p14:creationId xmlns:p14="http://schemas.microsoft.com/office/powerpoint/2010/main" val="1755134742"/>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D2D426-18A5-4464-9759-A63809E0FE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625" y="363255"/>
            <a:ext cx="11891375" cy="6494745"/>
          </a:xfrm>
        </p:spPr>
      </p:pic>
    </p:spTree>
    <p:extLst>
      <p:ext uri="{BB962C8B-B14F-4D97-AF65-F5344CB8AC3E}">
        <p14:creationId xmlns:p14="http://schemas.microsoft.com/office/powerpoint/2010/main" val="300640494"/>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C5AB-BA95-40A8-8B5D-0608BD965F97}"/>
              </a:ext>
            </a:extLst>
          </p:cNvPr>
          <p:cNvSpPr>
            <a:spLocks noGrp="1"/>
          </p:cNvSpPr>
          <p:nvPr>
            <p:ph type="title"/>
          </p:nvPr>
        </p:nvSpPr>
        <p:spPr/>
        <p:txBody>
          <a:bodyPr>
            <a:normAutofit/>
          </a:bodyPr>
          <a:lstStyle/>
          <a:p>
            <a:r>
              <a:rPr lang="fr-FR" sz="3200" b="1" dirty="0">
                <a:effectLst/>
                <a:latin typeface="Times New Roman" panose="02020603050405020304" pitchFamily="18" charset="0"/>
                <a:ea typeface="Calibri" panose="020F0502020204030204" pitchFamily="34" charset="0"/>
              </a:rPr>
              <a:t>2.  </a:t>
            </a:r>
            <a:r>
              <a:rPr lang="fr-BF" sz="3200" b="1" dirty="0">
                <a:effectLst/>
                <a:latin typeface="Times New Roman" panose="02020603050405020304" pitchFamily="18" charset="0"/>
                <a:ea typeface="Calibri" panose="020F0502020204030204" pitchFamily="34" charset="0"/>
              </a:rPr>
              <a:t>Diagramme d'états-transitions de la classe </a:t>
            </a:r>
            <a:r>
              <a:rPr lang="fr-FR" sz="3200" b="1" dirty="0">
                <a:effectLst/>
                <a:latin typeface="Times New Roman" panose="02020603050405020304" pitchFamily="18" charset="0"/>
                <a:ea typeface="Calibri" panose="020F0502020204030204" pitchFamily="34" charset="0"/>
              </a:rPr>
              <a:t>Commande</a:t>
            </a:r>
            <a:endParaRPr lang="fr-BF" sz="3200" dirty="0"/>
          </a:p>
        </p:txBody>
      </p:sp>
      <p:sp>
        <p:nvSpPr>
          <p:cNvPr id="3" name="Content Placeholder 2">
            <a:extLst>
              <a:ext uri="{FF2B5EF4-FFF2-40B4-BE49-F238E27FC236}">
                <a16:creationId xmlns:a16="http://schemas.microsoft.com/office/drawing/2014/main" id="{97A75DF6-B7AF-4F36-BB1D-EC8F1ED6A6D5}"/>
              </a:ext>
            </a:extLst>
          </p:cNvPr>
          <p:cNvSpPr>
            <a:spLocks noGrp="1"/>
          </p:cNvSpPr>
          <p:nvPr>
            <p:ph idx="1"/>
          </p:nvPr>
        </p:nvSpPr>
        <p:spPr/>
        <p:txBody>
          <a:bodyPr/>
          <a:lstStyle/>
          <a:p>
            <a:pPr marL="0" indent="0">
              <a:buNone/>
            </a:pPr>
            <a:r>
              <a:rPr lang="fr-BF" sz="3200" dirty="0">
                <a:effectLst/>
                <a:latin typeface="Times New Roman" panose="02020603050405020304" pitchFamily="18" charset="0"/>
                <a:ea typeface="Calibri" panose="020F0502020204030204" pitchFamily="34" charset="0"/>
                <a:cs typeface="Times New Roman" panose="02020603050405020304" pitchFamily="18" charset="0"/>
              </a:rPr>
              <a:t>Le cycle de vie d'une commande est au cœur du système FITMOD. Une commande passe par plusieurs états, depuis sa création jusqu'à sa livraison ou son annulation.</a:t>
            </a:r>
            <a:endParaRPr lang="fr-BF"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fr-BF" dirty="0"/>
          </a:p>
        </p:txBody>
      </p:sp>
    </p:spTree>
    <p:extLst>
      <p:ext uri="{BB962C8B-B14F-4D97-AF65-F5344CB8AC3E}">
        <p14:creationId xmlns:p14="http://schemas.microsoft.com/office/powerpoint/2010/main" val="21912947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CD1A10-5B2B-4066-A41D-B670C2EEC0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827" y="412750"/>
            <a:ext cx="10985326" cy="6188466"/>
          </a:xfrm>
        </p:spPr>
      </p:pic>
    </p:spTree>
    <p:extLst>
      <p:ext uri="{BB962C8B-B14F-4D97-AF65-F5344CB8AC3E}">
        <p14:creationId xmlns:p14="http://schemas.microsoft.com/office/powerpoint/2010/main" val="1717163688"/>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C8D0C-6F90-4949-8429-2EA25468BFD8}"/>
              </a:ext>
            </a:extLst>
          </p:cNvPr>
          <p:cNvSpPr>
            <a:spLocks noGrp="1"/>
          </p:cNvSpPr>
          <p:nvPr>
            <p:ph type="title"/>
          </p:nvPr>
        </p:nvSpPr>
        <p:spPr>
          <a:xfrm>
            <a:off x="838200" y="365125"/>
            <a:ext cx="10515600" cy="4858228"/>
          </a:xfrm>
        </p:spPr>
        <p:txBody>
          <a:bodyPr>
            <a:normAutofit/>
          </a:bodyPr>
          <a:lstStyle/>
          <a:p>
            <a:r>
              <a:rPr lang="en-US" sz="7200" dirty="0"/>
              <a:t>Merci pour </a:t>
            </a:r>
            <a:r>
              <a:rPr lang="en-US" sz="7200" dirty="0" err="1"/>
              <a:t>votre</a:t>
            </a:r>
            <a:r>
              <a:rPr lang="en-US" sz="7200" dirty="0"/>
              <a:t> attention</a:t>
            </a:r>
            <a:endParaRPr lang="fr-BF" sz="7200" dirty="0"/>
          </a:p>
        </p:txBody>
      </p:sp>
    </p:spTree>
    <p:extLst>
      <p:ext uri="{BB962C8B-B14F-4D97-AF65-F5344CB8AC3E}">
        <p14:creationId xmlns:p14="http://schemas.microsoft.com/office/powerpoint/2010/main" val="165600678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103</TotalTime>
  <Words>177</Words>
  <Application>Microsoft Office PowerPoint</Application>
  <PresentationFormat>Widescreen</PresentationFormat>
  <Paragraphs>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Times New Roman</vt:lpstr>
      <vt:lpstr>Tw Cen MT</vt:lpstr>
      <vt:lpstr>Droplet</vt:lpstr>
      <vt:lpstr>Presentation des diagrammes d’Etats de transition</vt:lpstr>
      <vt:lpstr>I. Definition</vt:lpstr>
      <vt:lpstr>1. Diagramme d'états-transitions de la classe Tailleur</vt:lpstr>
      <vt:lpstr>PowerPoint Presentation</vt:lpstr>
      <vt:lpstr>2.  Diagramme d'états-transitions de la classe Commande</vt:lpstr>
      <vt:lpstr>PowerPoint Presentation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des diagrammes d’Etats de transition</dc:title>
  <dc:creator>Josaphat Yarga</dc:creator>
  <cp:lastModifiedBy>Josaphat Yarga</cp:lastModifiedBy>
  <cp:revision>7</cp:revision>
  <dcterms:created xsi:type="dcterms:W3CDTF">2026-04-29T23:17:27Z</dcterms:created>
  <dcterms:modified xsi:type="dcterms:W3CDTF">2026-04-30T01:00:28Z</dcterms:modified>
</cp:coreProperties>
</file>